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E3398B-F4FD-414D-92F8-952949B226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AF2BAA-D9BC-478F-8606-5D408600D7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D972FBD-1CF7-45E4-B340-EEAC8494E2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7CD698-7592-416F-AC70-41C60D6CE8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9565EBE-0668-44D5-820C-2DB5C502EA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3A685AD-BC82-41B6-BFFE-7B532D7C32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64357A8-5AA9-4019-B6D0-9DB4CA881A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1D1E86A-D8BA-4CA6-962C-BF193E96A0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84A1E2C-BF0F-4A2B-ABF0-6162BF27B4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D466F61-18A1-4B8B-9089-AC1265C2DF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8BAFBBF-C666-461D-8543-25F68ADDF1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811858-0504-4743-8B6A-AFE22D8393C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63369B-AD91-43BD-91ED-4EF40C353B3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CD3B21-8A3F-4FD4-ACFF-EB038E4EC9D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FBF0AE-4500-43EC-B77D-3ACB3F375CF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12E4FB-1C1B-427C-A1E4-5E59EB8EABE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DC3770-CF16-47DF-B9B4-812D56313A5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077BFB-A400-4203-A825-5DBACA22760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B58C29-4459-4600-9B11-C5C6259838F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B3C28D-34E5-4EEA-8864-1F89332CE371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34B5E7-62A8-4F74-B818-22E28645FBFE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4460FB-FA28-47AE-91E1-E4350B2BE73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Сеть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. </a:t>
            </a: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Интернет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Цифровая грамотность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40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пользующиеся мышью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м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огут испытывать проблемы с сенсорным экраном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наоборот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привыкшие к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windows,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могут испытывать проблемы при переходе 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unix/linux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(умение искать данные и ориентироваться в них)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использование (доступной информации много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 не все данные важны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точны или актуальны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вопросу и публикация их в соцсетях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Интернет не равно Всемирная паутина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600" cy="4350600"/>
          </a:xfrm>
          <a:prstGeom prst="rect">
            <a:avLst/>
          </a:prstGeom>
          <a:ln w="0">
            <a:noFill/>
          </a:ln>
        </p:spPr>
      </p:pic>
      <p:sp>
        <p:nvSpPr>
          <p:cNvPr id="55" name="TextBox 5"/>
          <p:cNvSpPr/>
          <p:nvPr/>
        </p:nvSpPr>
        <p:spPr>
          <a:xfrm>
            <a:off x="61560" y="1960200"/>
            <a:ext cx="19753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Обычный (поверхностный)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61560" y="4084200"/>
            <a:ext cx="205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Глубокий 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9"/>
          <p:cNvSpPr/>
          <p:nvPr/>
        </p:nvSpPr>
        <p:spPr>
          <a:xfrm>
            <a:off x="61560" y="5350320"/>
            <a:ext cx="131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Даркнет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19"/>
          <p:cNvSpPr/>
          <p:nvPr/>
        </p:nvSpPr>
        <p:spPr>
          <a:xfrm>
            <a:off x="6507720" y="5160600"/>
            <a:ext cx="55033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Наиболее закрытая часть глобальной сети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доступа нужны специальные браузеры-программы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(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TOR -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сокращенно от англ. 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The Onion Router, Freenet, I2P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 и пр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.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)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20"/>
          <p:cNvSpPr/>
          <p:nvPr/>
        </p:nvSpPr>
        <p:spPr>
          <a:xfrm>
            <a:off x="6626520" y="987840"/>
            <a:ext cx="556488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Открытая мировая коммуникационная инфраструктура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оптоволокно (земляные или подводные работы)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радиоволны (сотовая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мобильная связь (формат 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G,4G,5G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),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wi-fi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п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ередаваемый по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оздуху с помощью спутника (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SpaceX,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но надо платить за связь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aara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Google: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если прокладка оптоволокна нерентабельна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 за спутниковую связь не платят клиенты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то лазерные лучи (в Дронах для получения канала)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Пропускная способность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4880" cy="53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Чем меньше пропускная способность,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тем медленнее сеть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Оцените скорость Интернета на своем ПК - </a:t>
            </a:r>
            <a:r>
              <a:rPr b="0" lang="en" sz="2800" spc="-1" strike="noStrike" u="sng">
                <a:solidFill>
                  <a:srgbClr val="0563c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6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7"/>
              </a:rPr>
              <a:t>(У смартфона нет провода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8"/>
              </a:rPr>
              <a:t>,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9"/>
              </a:rPr>
              <a:t>как в классе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10"/>
              </a:rPr>
              <a:t>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11"/>
              </a:rPr>
              <a:t>у компьютеров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12"/>
              </a:rPr>
              <a:t>.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14"/>
              </a:rPr>
              <a:t>G,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15"/>
              </a:rPr>
              <a:t> 4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16"/>
              </a:rPr>
              <a:t>G,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17"/>
              </a:rPr>
              <a:t> 5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18"/>
              </a:rPr>
              <a:t>G.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19"/>
              </a:rPr>
              <a:t>Сфоткай скорости разных форматов)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Облако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66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333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Стив Джобс (1955-2011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Apple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Мне не нужен жесткий диск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быстрее подключиться к серверу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Давайте сравним скорости записи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Можем ли мы согласиться с утверждением Джобса?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Стриминг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Рид Хастингс (род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1960,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Netflix):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следующие 10 лет прирост [клиентов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]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идти за счет стриминга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История стриминга началась в 1910 году: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Джордж Оуэн Сквайр в 1910 г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Стриминг позволяет смотреть передачи в прямом эфире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Недостатки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быстрый и стабильный интернет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400" cy="54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Узел сети – это любое устройство,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посылающее или принимающее данные через сеть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сигнал идет от узла к узлу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пока не достигнет цели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оптоволокно – до 9000 байт)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неправильный порядок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п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акетов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что вызовет повторные передачи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 значит более низкую скорость)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 в смартфон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что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карте нужно для работы в интернет?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(ответ сфотографировать)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Как узнать адрес Вашего узла в сети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33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как узнать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-адрес моего смартфона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Интернет ?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поликлинике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ip-а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дреса узлам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сети выдает администратор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(адрес принтера и др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к квена как узнать свой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адрес на машине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ыполни инструкции и сфоткай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560" cy="503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Пошли сообщение по сети соседу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Разбиваемся на группы по две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1-2, 3-4, 5-6, …, 21-22, 23-24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-25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соседу сообщение Привет с машины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&lt;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Номер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сообщение сам себе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широковещательное сообщение по сети класса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10479</TotalTime>
  <Application>LibreOffice/7.6.7.2$Linux_X86_64 LibreOffice_project/60$Build-2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>Елена Демидова</cp:lastModifiedBy>
  <dcterms:modified xsi:type="dcterms:W3CDTF">2025-11-04T10:26:24Z</dcterms:modified>
  <cp:revision>61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